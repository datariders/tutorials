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Gateways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comparison for the team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1289304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80000"/>
            </a:srgbClr>
          </a:solidFill>
          <a:ln w="9525">
            <a:solidFill>
              <a:srgbClr val="CFE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977640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40864" y="3977640"/>
            <a:ext cx="1289304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80000"/>
            </a:srgbClr>
          </a:solidFill>
          <a:ln w="9525">
            <a:solidFill>
              <a:srgbClr val="CFE6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40864" y="3977640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Bifrost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58768" y="3977640"/>
            <a:ext cx="1289304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80000"/>
            </a:srgbClr>
          </a:solidFill>
          <a:ln w="9525">
            <a:solidFill>
              <a:srgbClr val="CF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58768" y="3977640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Portkey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76672" y="397764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80000"/>
            </a:srgbClr>
          </a:solidFill>
          <a:ln w="9525">
            <a:solidFill>
              <a:srgbClr val="CF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76672" y="3977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the Engineering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every provider is different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SDKs, different auth, different error formats — and it gets worse the moment you need failover.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gateway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anthropic import Anthropic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 = OpenAI(api_key=OA_KEY)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= Anthropic(api_key=AN_KEY)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oa.chat.completions.create(...)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Exception: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an.messages.create(...)  # different
</a:t>
            </a:r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# shape!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92024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gateway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5146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base_url=GATEWAY_URL,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api_key=GATEWAY_KEY,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client.chat.completions.create(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model=model, messages=messages
</a:t>
            </a:r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# one shape, any provider,</a:t>
            </a:r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failover handled for you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The problem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0" y="6510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LLM gateway actually does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interface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737360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shape across OpenAI, Anthropic, Gemini, and everything else.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24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5786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&amp; fallback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944368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retries on a backup model or provider when one errors or times out.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3133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31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78561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4151376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limits, virtual keys, and per-team or per-project budgets.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3834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383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99262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358384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latency, caching, and tracing across every request.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The problem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0" y="6510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competitive landscape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differentiator per tool — this is the mental model to keep.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420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Broadest coverage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94436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providers, Python-native, largest community.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01168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Bifrost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5420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performance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294436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core, built for low latency at high throughput.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34340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43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Portkey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873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Strongest governance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527608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guardrails, virtual keys, control-plane first.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34340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B23A48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343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4873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Fastest to try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0" y="527608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key, huge model catalog, minimal setup.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Landscape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0" y="6510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see it in code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prompt. Same fallback logic. Four gateways, structured identically so you can diff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1C7293">
              <a:alpha val="85000"/>
            </a:srgbClr>
          </a:solidFill>
          <a:ln w="9525">
            <a:solidFill>
              <a:srgbClr val="CFE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060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26517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fallbacks=[...] kwarg handles failover internally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1C7293">
              <a:alpha val="85000"/>
            </a:srgbClr>
          </a:solidFill>
          <a:ln w="9525">
            <a:solidFill>
              <a:srgbClr val="CFE6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83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bifrost/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3429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 + local base_url, provider-prefixed models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1C7293">
              <a:alpha val="85000"/>
            </a:srgbClr>
          </a:solidFill>
          <a:ln w="9525">
            <a:solidFill>
              <a:srgbClr val="CF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605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portkey/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4206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portkey_ai SDK, virtual keys abstract provider creds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93776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1C7293">
              <a:alpha val="85000"/>
            </a:srgbClr>
          </a:solidFill>
          <a:ln w="9525">
            <a:solidFill>
              <a:srgbClr val="CF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937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openrouter/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49834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 + openrouter.ai base_url, one API key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Live demo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0" y="6510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benchmark.py — side-by-side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run through all four gateways in one script. Example output shown below.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7432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1371600"/>
                <a:gridCol w="2468880"/>
                <a:gridCol w="4572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LiteLLM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LLM gateway is a unified layer...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Bifrost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openai/gpt-4o-mini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LLM gateway sits between...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LLM gateway routes requests...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OpenRouter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openai/gpt-4o-mini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LLM gateway is infrastructure...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2F7FA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93776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point out live:  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 with missing env vars print SKIPPED, failed calls print FAILED — the table never breaks. Run it against your team's real prompts next.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Live demo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601200" y="6510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 should we use?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54480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fast, provider undecided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75320" y="1737360"/>
            <a:ext cx="3063240" cy="594360"/>
          </a:xfrm>
          <a:prstGeom prst="roundRect">
            <a:avLst>
              <a:gd name="adj" fmla="val 50769"/>
            </a:avLst>
          </a:prstGeom>
          <a:solidFill>
            <a:srgbClr val="B23A48"/>
          </a:solidFill>
          <a:ln/>
        </p:spPr>
      </p:sp>
      <p:sp>
        <p:nvSpPr>
          <p:cNvPr id="6" name="Text 4"/>
          <p:cNvSpPr/>
          <p:nvPr/>
        </p:nvSpPr>
        <p:spPr>
          <a:xfrm>
            <a:off x="8275320" y="17373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743200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Python service, need broad coverage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75320" y="2926080"/>
            <a:ext cx="3063240" cy="594360"/>
          </a:xfrm>
          <a:prstGeom prst="roundRect">
            <a:avLst>
              <a:gd name="adj" fmla="val 50769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275320" y="29260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931920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Latency-sensitive, high-throughput, self-hosted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75320" y="4114800"/>
            <a:ext cx="3063240" cy="594360"/>
          </a:xfrm>
          <a:prstGeom prst="roundRect">
            <a:avLst>
              <a:gd name="adj" fmla="val 50769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4114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Bifrost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5120640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team needs spend governance &amp; guardrails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75320" y="5303520"/>
            <a:ext cx="3063240" cy="594360"/>
          </a:xfrm>
          <a:prstGeom prst="roundRect">
            <a:avLst>
              <a:gd name="adj" fmla="val 50769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53035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Portkey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Recommendation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0" y="6510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03911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projects + benchmark.py, structured identically per gateway.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788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gateway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18211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it to your team's scenario from the framework above.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931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benchmark on real prompts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32511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numbers to a follow-up sync next week.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Next steps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0" y="6510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Repo, samples, and benchmark.py will be shared right after this.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2026-08-13T07:21:00Z</dcterms:created>
  <dcterms:modified xsi:type="dcterms:W3CDTF">2026-08-13T07:21:00Z</dcterms:modified>
</cp:coreProperties>
</file>